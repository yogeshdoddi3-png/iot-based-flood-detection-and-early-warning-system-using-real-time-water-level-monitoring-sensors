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Light" panose="020B0604020202020204" charset="-78"/>
      <p:regular r:id="rId13"/>
    </p:embeddedFont>
    <p:embeddedFont>
      <p:font typeface="Alexandria SemiBold" panose="020B0604020202020204" charset="-78"/>
      <p:regular r:id="rId14"/>
    </p:embeddedFont>
    <p:embeddedFont>
      <p:font typeface="Sora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79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" y="501253"/>
            <a:ext cx="4391510" cy="5855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157886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IoT-Based Flood Detection and Early Warning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03794" y="3631406"/>
            <a:ext cx="6355993" cy="1647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Using Real-Time Water Level Monitoring Sensors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continuous IoT-based solution for flood monitoring, early warning, and disaster preparedness — monitoring environmental conditions through a centralized platform to protect lives, property, and infrastructure.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31FE9-B0D3-CD46-8EAE-1DD82C5BDA8D}"/>
              </a:ext>
            </a:extLst>
          </p:cNvPr>
          <p:cNvSpPr txBox="1"/>
          <p:nvPr/>
        </p:nvSpPr>
        <p:spPr>
          <a:xfrm>
            <a:off x="9495183" y="6211669"/>
            <a:ext cx="2466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DODDI YOGESH SAI TEJA</a:t>
            </a:r>
            <a:br>
              <a:rPr lang="en-IN" dirty="0"/>
            </a:br>
            <a:r>
              <a:rPr lang="en-IN" dirty="0"/>
              <a:t>323129520048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53" y="491827"/>
            <a:ext cx="4405500" cy="5874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536972"/>
            <a:ext cx="6355993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55" y="1314549"/>
            <a:ext cx="3214706" cy="5006380"/>
          </a:xfrm>
          <a:prstGeom prst="roundRect">
            <a:avLst>
              <a:gd name="adj" fmla="val 3728"/>
            </a:avLst>
          </a:prstGeom>
          <a:solidFill>
            <a:srgbClr val="1A2D7A"/>
          </a:solidFill>
          <a:ln/>
        </p:spPr>
      </p:sp>
      <p:sp>
        <p:nvSpPr>
          <p:cNvPr id="6" name="Text 3"/>
          <p:cNvSpPr/>
          <p:nvPr/>
        </p:nvSpPr>
        <p:spPr>
          <a:xfrm>
            <a:off x="678441" y="1467941"/>
            <a:ext cx="288193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Threat of Floods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8441" y="1894979"/>
            <a:ext cx="2881935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Floods are among the most devastating natural disasters, causing significant damage to human lives, property, and critical infrastructure.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19251" y="1467941"/>
            <a:ext cx="297500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Limitations of Traditional Methods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19251" y="2168624"/>
            <a:ext cx="2975000" cy="1642666"/>
          </a:xfrm>
          <a:prstGeom prst="rect">
            <a:avLst/>
          </a:prstGeom>
          <a:noFill/>
          <a:ln/>
        </p:spPr>
        <p:txBody>
          <a:bodyPr wrap="square" lIns="0" tIns="66577" rIns="0" bIns="0" rtlCol="0" anchor="t">
            <a:normAutofit/>
          </a:bodyPr>
          <a:lstStyle/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Rely on manual observations and periodic measurements</a:t>
            </a:r>
            <a:endParaRPr lang="en-US" sz="1300" dirty="0"/>
          </a:p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Introduce delays in emergency response and evacuation</a:t>
            </a:r>
            <a:endParaRPr lang="en-US" sz="1300" dirty="0"/>
          </a:p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 continuous, real-time situational awareness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19251" y="3964682"/>
            <a:ext cx="297500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Needed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19251" y="4391720"/>
            <a:ext cx="2975000" cy="1791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Government agencies and disaster management authorities require intelligent systems that </a:t>
            </a: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continuously monitor water levels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provide early warnings before dangerous flooding conditions occur.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2520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780183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IoT-Based Flood Detection and Early Warning System that continuously monitors environmental conditions and automatically alerts authorities and residents when safety thresholds are exceeded.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561134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74796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153073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Monitors river and reservoir water levels alongside rainfall conditions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561134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74796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&amp; Cloud Connectivity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153073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Transmits environmental data through IoT communication modules to a centralized cloud platform.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387155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573984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Analysis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97909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Analyzes incoming data to identify potentially dangerous conditions as they develop.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387155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573984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Alerts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979095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warning notifications and sends alerts to authorities and nearby residents when thresholds are exceeded.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648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92027"/>
            <a:ext cx="3538350" cy="353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1710035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Goals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2187377"/>
            <a:ext cx="6948909" cy="99298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river and reservoir water levels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rainfall conditions in real time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increasing water levels and identify threshold breaches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360837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Warning &amp; Response Goals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3838178"/>
            <a:ext cx="6948909" cy="99298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automated early warning notifications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alerts to authorities and nearby residents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timely disaster preparedness and emergency response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17128" y="5011638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Safety &amp; Management Goals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17128" y="5488980"/>
            <a:ext cx="6948909" cy="640953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public safety and reduce flood-related disaster risks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effective emergency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7808"/>
            <a:ext cx="10927878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and 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1908" y="1334691"/>
            <a:ext cx="1153746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Seven integrated components work together to deliver continuous flood monitoring and early warning.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15393"/>
            <a:ext cx="310249" cy="3102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2192238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Water Level Sensors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1908" y="2527399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measure water levels in rivers and reservoirs.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996" y="1715393"/>
            <a:ext cx="310249" cy="3102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29996" y="2192238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Rainfall Sensors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29996" y="2527399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rainfall conditions to provide additional environmental context.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8184" y="1715393"/>
            <a:ext cx="310249" cy="3102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8184" y="2192238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28184" y="2527399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sensor data to the centralized monitoring platform.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255566"/>
            <a:ext cx="310249" cy="3102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908" y="3732411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31908" y="4067572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Enables centralized, remote access to all environmental monitoring data.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9996" y="3255566"/>
            <a:ext cx="310249" cy="3102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29996" y="3732411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329996" y="4067572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Processes water-level and rainfall information to detect dangerous conditions.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8184" y="3255566"/>
            <a:ext cx="310249" cy="31025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28184" y="3732411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Platform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028184" y="4067572"/>
            <a:ext cx="3531603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Centralized, secure, and user-friendly interface for continuous environmental oversight.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1908" y="5026521"/>
            <a:ext cx="310249" cy="31025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31908" y="5503366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Alert System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31908" y="5838527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warning notifications when predefined safety thresholds are exceeded.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end-to-end workflow from sensor installation to alert delivery follows a precise, ordered sequence.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Threshold Check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Analysis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Transmit 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Install Sensors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this pipeline is automated — from continuous sensing through cloud transmission, real-time analysis, threshold comparison, and instant alert delivery — ensuring no manual intervention is required for early warning generation.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8620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92027"/>
            <a:ext cx="3538350" cy="353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1831380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Information Displayed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2308721"/>
            <a:ext cx="6948909" cy="1345009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water levels and rainfall statistics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water-level and rainfall trends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Alert history and current sensor status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Current environmental monitoring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834209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It Helps Authorities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4311551"/>
            <a:ext cx="6948909" cy="1697038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water conditions continuously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changes in water levels as they occur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 historical trends for informed decision-making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warning notifications and sensor health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timely disaster preparedness and emergency response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6" y="469404"/>
            <a:ext cx="4439233" cy="5919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551259"/>
            <a:ext cx="6355993" cy="436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Early Warning and Alerts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203794" y="1230809"/>
            <a:ext cx="30162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Warning Mechanism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03794" y="1546126"/>
            <a:ext cx="3016274" cy="2158504"/>
          </a:xfrm>
          <a:prstGeom prst="rect">
            <a:avLst/>
          </a:prstGeom>
          <a:noFill/>
          <a:ln/>
        </p:spPr>
        <p:txBody>
          <a:bodyPr wrap="square" lIns="0" tIns="53036" rIns="0" bIns="0" rtlCol="0" anchor="t">
            <a:normAutofit/>
          </a:bodyPr>
          <a:lstStyle/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water levels against predefined safety thresholds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potentially dangerous water-level conditions automatically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automated warning notifications when thresholds are exceeded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Send alerts to authorities and nearby residents immediately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 faster awareness of potential flooding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49863" y="1230809"/>
            <a:ext cx="30162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863" y="1558330"/>
            <a:ext cx="3016274" cy="986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7663" y="1709936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Improved Early Warning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77663" y="2025253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Faster detection of dangerous conditions before flooding occurs.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863" y="2641898"/>
            <a:ext cx="3016274" cy="9862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7663" y="2793504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Enhanced Public Safety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777663" y="3108821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Timely alerts help residents and authorities act before disaster strikes.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9863" y="3725466"/>
            <a:ext cx="3016274" cy="11700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77663" y="3877072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Disaster Risk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777663" y="4192389"/>
            <a:ext cx="2636871" cy="551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and faster response minimize flood-related losses.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9863" y="4992886"/>
            <a:ext cx="3016274" cy="12042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77663" y="5144492"/>
            <a:ext cx="2636871" cy="435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Better Emergency Management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777663" y="5677793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Supports coordinated, data-driven disaster management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2465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Applications and Scope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377553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Who Can Use This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1908" y="1792784"/>
            <a:ext cx="2566526" cy="1719957"/>
          </a:xfrm>
          <a:prstGeom prst="roundRect">
            <a:avLst>
              <a:gd name="adj" fmla="val 385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211" y="1957090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2087364"/>
            <a:ext cx="213216" cy="2132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6211" y="2569170"/>
            <a:ext cx="2237922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Disaster Management Agencies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6643" y="1792784"/>
            <a:ext cx="2566526" cy="1719957"/>
          </a:xfrm>
          <a:prstGeom prst="roundRect">
            <a:avLst>
              <a:gd name="adj" fmla="val 385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00945" y="1957090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1216" y="2087364"/>
            <a:ext cx="213216" cy="2132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0945" y="2569170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Municipalities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31908" y="3650952"/>
            <a:ext cx="2566526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6211" y="3815259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945533"/>
            <a:ext cx="213216" cy="2132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6211" y="4427339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Rural Communities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336643" y="3650952"/>
            <a:ext cx="2566526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00945" y="3815259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1216" y="3945533"/>
            <a:ext cx="213216" cy="2132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00945" y="4427339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Dams &amp; Reservoirs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31908" y="4989612"/>
            <a:ext cx="5271261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6211" y="5153918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284192"/>
            <a:ext cx="213216" cy="2132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6211" y="5765998"/>
            <a:ext cx="4942657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City Infrastructure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294875" y="1377553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294875" y="1775520"/>
            <a:ext cx="5271261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supports continuous monitoring of water levels and rainfall conditions across different flood-prone environments.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294875" y="2387600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Characteristics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294875" y="2785566"/>
            <a:ext cx="5271261" cy="1851819"/>
          </a:xfrm>
          <a:prstGeom prst="rect">
            <a:avLst/>
          </a:prstGeom>
          <a:noFill/>
          <a:ln/>
        </p:spPr>
        <p:txBody>
          <a:bodyPr wrap="square" lIns="0" tIns="63192" rIns="0" bIns="0" rtlCol="0" anchor="t">
            <a:normAutofit/>
          </a:bodyPr>
          <a:lstStyle/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protected data transmission and access control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Scalable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deployable across multiple sites and sensor networks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Centralized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unified environmental monitoring platform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Real-Time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supports live disaster preparedness decisions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Effective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designed to support emergency management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8184"/>
            <a:ext cx="10927878" cy="56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1908" y="1442244"/>
            <a:ext cx="10927878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IoT-Based Flood Detection and Early Warning System delivers a modern, automated approach to flood monitoring and disaster preparedness.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1908" y="2164259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1908" y="2437606"/>
            <a:ext cx="5381887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631908" y="2561729"/>
            <a:ext cx="5381887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1908" y="2943027"/>
            <a:ext cx="538188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Water level and rainfall sensors continuously monitor rivers, reservoirs, and environmental conditions.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7800" y="2164259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7800" y="2437606"/>
            <a:ext cx="5381986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6177800" y="2561729"/>
            <a:ext cx="538198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Cloud-Connected Analytics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177800" y="2943027"/>
            <a:ext cx="538198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modules and cloud connectivity enable centralized real-time monitoring and threshold analysis.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1908" y="3773587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1908" y="4046934"/>
            <a:ext cx="5381887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31908" y="4171057"/>
            <a:ext cx="5381887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Early Warning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1908" y="4552355"/>
            <a:ext cx="538188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alert authorities and residents when safety thresholds are exceeded.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7800" y="3773587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7800" y="4046934"/>
            <a:ext cx="5381986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7800" y="4171057"/>
            <a:ext cx="538198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Interactive Dashboard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177800" y="4552355"/>
            <a:ext cx="538198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live water levels, rainfall statistics, historical trends, alert history, and sensor status.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9970" y="5587802"/>
            <a:ext cx="1066981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"Real-time IoT-based flood monitoring and early warnings enable faster preparedness, improved public safety, and more effective emergency response."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1908" y="5403354"/>
            <a:ext cx="19050" cy="906463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Alexandria SemiBold</vt:lpstr>
      <vt:lpstr>Sora Bold</vt:lpstr>
      <vt:lpstr>Sora Light</vt:lpstr>
      <vt:lpstr>Alexandria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2026-08-19T07:00:47Z</dcterms:created>
  <dcterms:modified xsi:type="dcterms:W3CDTF">2026-10-02T17:01:13Z</dcterms:modified>
</cp:coreProperties>
</file>